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Active Directory Deployment – Auto Repair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Author: HERNSLEY OSIAS</a:t>
            </a:r>
          </a:p>
          <a:p>
            <a:r>
              <a:t>Windows Server 2019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Active Directory deployment for 13-user auto repair company</a:t>
            </a:r>
          </a:p>
          <a:p>
            <a:r>
              <a:t>Centralized IAM, security, and monitoring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7 Mechanics</a:t>
            </a:r>
          </a:p>
          <a:p>
            <a:r>
              <a:t>2 IT Officers</a:t>
            </a:r>
          </a:p>
          <a:p>
            <a:r>
              <a:t>1 Payroll</a:t>
            </a:r>
          </a:p>
          <a:p>
            <a:r>
              <a:t>2 Administrators</a:t>
            </a:r>
          </a:p>
          <a:p>
            <a:r>
              <a:t>1 Front Desk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Domain: autorepair.local</a:t>
            </a:r>
          </a:p>
          <a:p>
            <a:r>
              <a:t>DC1 &amp; DC2</a:t>
            </a:r>
          </a:p>
          <a:p>
            <a:r>
              <a:t>File Server</a:t>
            </a:r>
          </a:p>
          <a:p>
            <a:r>
              <a:t>AD DS + DNS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IAM (RBAC)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Security Groups:</a:t>
            </a:r>
          </a:p>
          <a:p>
            <a:r>
              <a:t>GG_Mechanics</a:t>
            </a:r>
          </a:p>
          <a:p>
            <a:r>
              <a:t>GG_IT_Admins</a:t>
            </a:r>
          </a:p>
          <a:p>
            <a:r>
              <a:t>GG_Payroll</a:t>
            </a:r>
          </a:p>
          <a:p>
            <a:r>
              <a:t>GG_Admin</a:t>
            </a:r>
          </a:p>
          <a:p>
            <a:r>
              <a:t>GG_FrontDesk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Password Policy</a:t>
            </a:r>
          </a:p>
          <a:p>
            <a:r>
              <a:t>Account Lockout</a:t>
            </a:r>
          </a:p>
          <a:p>
            <a:r>
              <a:t>BitLocker</a:t>
            </a:r>
          </a:p>
          <a:p>
            <a:r>
              <a:t>Windows Defender</a:t>
            </a:r>
          </a:p>
          <a:p>
            <a:r>
              <a:t>Audit Logging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Group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restrictions</a:t>
            </a:r>
          </a:p>
          <a:p>
            <a:r>
              <a:t>USB blocking</a:t>
            </a:r>
          </a:p>
          <a:p>
            <a:r>
              <a:t>Screen lock</a:t>
            </a:r>
          </a:p>
          <a:p>
            <a:r>
              <a:t>Security baseline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management</a:t>
            </a:r>
          </a:p>
          <a:p>
            <a:r>
              <a:t>Password resets</a:t>
            </a:r>
          </a:p>
          <a:p>
            <a:r>
              <a:t>Domain join</a:t>
            </a:r>
          </a:p>
          <a:p>
            <a:r>
              <a:t>Troubleshooting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Event Viewer</a:t>
            </a:r>
          </a:p>
          <a:p>
            <a:r>
              <a:t>Login tracking</a:t>
            </a:r>
          </a:p>
          <a:p>
            <a:r>
              <a:t>PowerShell reports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Secure, scalable AD environment</a:t>
            </a:r>
          </a:p>
          <a:p>
            <a:r>
              <a:t>Hands-on IT support experience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